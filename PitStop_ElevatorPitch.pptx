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car-tracker-ten.vercel.app/landing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PitS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731520"/>
            <a:ext cx="256032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PITCH DE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PitStop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C5C5D8"/>
                </a:solidFill>
                <a:latin typeface="Calibri"/>
              </a:rPr>
              <a:t>El control de tu coche,
en tu bolsillo.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0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2819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8A"/>
                </a:solidFill>
                <a:latin typeface="Calibri"/>
              </a:rPr>
              <a:t>React  ·  Supabase  ·  Vercel  ·  Mobile-first  ·  Sin instalar nada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C1C2E"/>
                </a:solidFill>
                <a:latin typeface="Calibri"/>
              </a:rPr>
              <a:t>¿Cuándo fue el último
cambio de aceite?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A5568"/>
                </a:solidFill>
                <a:latin typeface="Calibri"/>
              </a:rPr>
              <a:t>La mayoría de conductores gestiona el mantenimiento de su coche
con papeles perdidos, notas mentales o simplemente… no lo gestiona.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840480"/>
            <a:ext cx="33832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977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1C2E"/>
                </a:solidFill>
                <a:latin typeface="Calibri"/>
              </a:rPr>
              <a:t>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4805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1C2E"/>
                </a:solidFill>
                <a:latin typeface="Calibri"/>
              </a:rPr>
              <a:t>Olvidan revisiones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8463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ITV vencida, multas, averías inesperadas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3840480"/>
            <a:ext cx="33832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3128" y="3977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1C2E"/>
                </a:solidFill>
                <a:latin typeface="Calibri"/>
              </a:rPr>
              <a:t>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44805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1C2E"/>
                </a:solidFill>
                <a:latin typeface="Calibri"/>
              </a:rPr>
              <a:t>Sin historial claro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48463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Papel perdido, notas dispersas, memoria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4736" y="3840480"/>
            <a:ext cx="33832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3977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1C2E"/>
                </a:solidFill>
                <a:latin typeface="Calibri"/>
              </a:rPr>
              <a:t>⚠️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44805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1C2E"/>
                </a:solidFill>
                <a:latin typeface="Calibri"/>
              </a:rPr>
              <a:t>Sin alertas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48463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Nadie avisa cuando algo está a punto de vencer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686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C1C2E"/>
                </a:solidFill>
                <a:latin typeface="Calibri"/>
              </a:rPr>
              <a:t>Una app web mobile-first para llevar
el control total de tus vehículos.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35661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566160" cy="1097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7889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C1C2E"/>
                </a:solidFill>
                <a:latin typeface="Calibri"/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2043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2E"/>
                </a:solidFill>
                <a:latin typeface="Calibri"/>
              </a:rPr>
              <a:t>Registra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148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</a:rPr>
              <a:t>Marca, modelo, km, foto.
Todo en un lugar.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2560320"/>
            <a:ext cx="35661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2560320"/>
            <a:ext cx="3566160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27889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C1C2E"/>
                </a:solidFill>
                <a:latin typeface="Calibri"/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352043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2E"/>
                </a:solidFill>
                <a:latin typeface="Calibri"/>
              </a:rPr>
              <a:t>Visualiza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41148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</a:rPr>
              <a:t>Dashboard con semáforo
de estado por coche.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4736" y="2560320"/>
            <a:ext cx="35661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4736" y="2560320"/>
            <a:ext cx="3566160" cy="1097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27889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C1C2E"/>
                </a:solidFill>
                <a:latin typeface="Calibri"/>
              </a:rPr>
              <a:t>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352043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2E"/>
                </a:solidFill>
                <a:latin typeface="Calibri"/>
              </a:rPr>
              <a:t>Recibe alertas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41148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</a:rPr>
              <a:t>Por km o por fecha.
Antes de que sea tarde.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ASÍ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C1C2E"/>
                </a:solidFill>
                <a:latin typeface="Calibri"/>
              </a:rPr>
              <a:t>El semáforo de tu coche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A5568"/>
                </a:solidFill>
                <a:latin typeface="Calibri"/>
              </a:rPr>
              <a:t>Un vistazo y sabes exactamente qué necesita atención.</a:t>
            </a:r>
          </a:p>
        </p:txBody>
      </p:sp>
      <p:sp>
        <p:nvSpPr>
          <p:cNvPr id="6" name="Oval 5"/>
          <p:cNvSpPr/>
          <p:nvPr/>
        </p:nvSpPr>
        <p:spPr>
          <a:xfrm>
            <a:off x="1554480" y="2651760"/>
            <a:ext cx="1371600" cy="13716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356616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3566160" cy="1097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83080" y="2788920"/>
            <a:ext cx="914400" cy="9144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8862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2E"/>
                </a:solidFill>
                <a:latin typeface="Calibri"/>
              </a:rPr>
              <a:t>Todo en orden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4348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>Revisiones al día.
Sin preocupaciones.</a:t>
            </a:r>
          </a:p>
        </p:txBody>
      </p:sp>
      <p:sp>
        <p:nvSpPr>
          <p:cNvPr id="12" name="Oval 11"/>
          <p:cNvSpPr/>
          <p:nvPr/>
        </p:nvSpPr>
        <p:spPr>
          <a:xfrm>
            <a:off x="5413248" y="2651760"/>
            <a:ext cx="1371600" cy="13716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2468880"/>
            <a:ext cx="356616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2468880"/>
            <a:ext cx="3566160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41848" y="2788920"/>
            <a:ext cx="914400" cy="9144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38862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2E"/>
                </a:solidFill>
                <a:latin typeface="Calibri"/>
              </a:rPr>
              <a:t>Próximamente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44348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>Revisión cerca.
Prepárate a tiempo.</a:t>
            </a:r>
          </a:p>
        </p:txBody>
      </p:sp>
      <p:sp>
        <p:nvSpPr>
          <p:cNvPr id="18" name="Oval 17"/>
          <p:cNvSpPr/>
          <p:nvPr/>
        </p:nvSpPr>
        <p:spPr>
          <a:xfrm>
            <a:off x="9272015" y="2651760"/>
            <a:ext cx="1371600" cy="13716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74736" y="2468880"/>
            <a:ext cx="356616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74736" y="2468880"/>
            <a:ext cx="3566160" cy="1097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00615" y="2788920"/>
            <a:ext cx="914400" cy="9144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1896" y="38862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C2E"/>
                </a:solidFill>
                <a:latin typeface="Calibri"/>
              </a:rPr>
              <a:t>Revisión vencida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44348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>Hay que actuar.
No lo dejes pasar.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PitS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"/>
            <a:ext cx="2011680" cy="2011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PRUÉBALO AHORA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Abre la app desde
tu móvil.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AA"/>
                </a:solidFill>
                <a:latin typeface="Calibri"/>
              </a:rPr>
              <a:t>Sin instalar nada · Web responsive · Funciona en cualquier móvil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5029200" cy="8686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latin typeface="Calibri"/>
                <a:hlinkClick r:id="rId3"/>
                <a:solidFill>
                  <a:srgbClr val="12122A"/>
                </a:solidFill>
              </a:rPr>
              <a:t>car-tracker-ten.vercel.app/landing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AACC"/>
                </a:solidFill>
                <a:latin typeface="Calibri"/>
              </a:rPr>
              <a:t>← toca para abrir la landing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0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2819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AA"/>
                </a:solidFill>
                <a:latin typeface="Calibri"/>
              </a:rPr>
              <a:t>Hackathon 2026  ·  PitStop — Registro y mantenimiento de vehículos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