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car-tracker-ten.vercel.app/land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3E6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itstop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8" y="0"/>
            <a:ext cx="7050024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5120640" cy="6858000"/>
          </a:xfrm>
          <a:prstGeom prst="rect">
            <a:avLst/>
          </a:prstGeom>
          <a:solidFill>
            <a:srgbClr val="01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PitS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4114800" cy="41148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02352" y="0"/>
            <a:ext cx="3657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0" y="100584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589D6"/>
                </a:solidFill>
                <a:latin typeface="Calibri"/>
              </a:rPr>
              <a:t>PITCH DE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82880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El control de tu coche,
en tu bolsillo.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38928" y="6035040"/>
            <a:ext cx="7050024" cy="822960"/>
          </a:xfrm>
          <a:prstGeom prst="rect">
            <a:avLst/>
          </a:prstGeom>
          <a:solidFill>
            <a:srgbClr val="01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6099048"/>
            <a:ext cx="6766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4A7FA5"/>
                </a:solidFill>
                <a:latin typeface="Calibri"/>
              </a:rPr>
              <a:t>React  ·  Supabase  ·  Vercel  ·  Mobile-first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1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28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16CB0"/>
                </a:solidFill>
                <a:latin typeface="Calibri"/>
              </a:rPr>
              <a:t>EL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A1E35"/>
                </a:solidFill>
                <a:latin typeface="Calibri"/>
              </a:rPr>
              <a:t>¿Cuándo fue el último
cambio de aceite?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14600"/>
            <a:ext cx="8686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D6080"/>
                </a:solidFill>
                <a:latin typeface="Calibri"/>
              </a:rPr>
              <a:t>La mayoría de conductores lleva el mantenimiento de su coche
con papeles perdidos, notas mentales o simplemente… no lo lleva.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657600"/>
            <a:ext cx="3429000" cy="2148840"/>
          </a:xfrm>
          <a:prstGeom prst="rect">
            <a:avLst/>
          </a:prstGeom>
          <a:solidFill>
            <a:srgbClr val="F5FAFF"/>
          </a:solidFill>
          <a:ln w="12700">
            <a:solidFill>
              <a:srgbClr val="C5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3657600"/>
            <a:ext cx="3429000" cy="109728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12648" y="3913632"/>
            <a:ext cx="384048" cy="384048"/>
          </a:xfrm>
          <a:prstGeom prst="ellipse">
            <a:avLst/>
          </a:prstGeom>
          <a:solidFill>
            <a:srgbClr val="E84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3904487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E35"/>
                </a:solidFill>
                <a:latin typeface="Calibri"/>
              </a:rPr>
              <a:t>Olvidan revisiones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44348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6080"/>
                </a:solidFill>
                <a:latin typeface="Calibri"/>
              </a:rPr>
              <a:t>ITV vencida, multas,
averías inesperadas.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87952" y="3657600"/>
            <a:ext cx="3429000" cy="2148840"/>
          </a:xfrm>
          <a:prstGeom prst="rect">
            <a:avLst/>
          </a:prstGeom>
          <a:solidFill>
            <a:srgbClr val="F5FAFF"/>
          </a:solidFill>
          <a:ln w="12700">
            <a:solidFill>
              <a:srgbClr val="C5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87952" y="3657600"/>
            <a:ext cx="3429000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89120" y="3913632"/>
            <a:ext cx="384048" cy="384048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3904487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E35"/>
                </a:solidFill>
                <a:latin typeface="Calibri"/>
              </a:rPr>
              <a:t>Sin historial claro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44348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6080"/>
                </a:solidFill>
                <a:latin typeface="Calibri"/>
              </a:rPr>
              <a:t>Papel perdido, notas
dispersas, sin orden.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64424" y="3657600"/>
            <a:ext cx="3429000" cy="2148840"/>
          </a:xfrm>
          <a:prstGeom prst="rect">
            <a:avLst/>
          </a:prstGeom>
          <a:solidFill>
            <a:srgbClr val="F5FAFF"/>
          </a:solidFill>
          <a:ln w="12700">
            <a:solidFill>
              <a:srgbClr val="C5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3657600"/>
            <a:ext cx="3429000" cy="109728"/>
          </a:xfrm>
          <a:prstGeom prst="rect">
            <a:avLst/>
          </a:prstGeom>
          <a:solidFill>
            <a:srgbClr val="01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65592" y="3913632"/>
            <a:ext cx="384048" cy="384048"/>
          </a:xfrm>
          <a:prstGeom prst="ellipse">
            <a:avLst/>
          </a:prstGeom>
          <a:solidFill>
            <a:srgbClr val="01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14232" y="3904487"/>
            <a:ext cx="2514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A1E35"/>
                </a:solidFill>
                <a:latin typeface="Calibri"/>
              </a:rPr>
              <a:t>Sin alertas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44348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D6080"/>
                </a:solidFill>
                <a:latin typeface="Calibri"/>
              </a:rPr>
              <a:t>Nadie avisa cuando
algo está por vencer.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1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28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16CB0"/>
                </a:solidFill>
                <a:latin typeface="Calibri"/>
              </a:rPr>
              <a:t>LA SOLUCIÓN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686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A1E35"/>
                </a:solidFill>
                <a:latin typeface="Calibri"/>
              </a:rPr>
              <a:t>Una app web mobile-first para llevar
el control total de tus vehículos.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468880"/>
            <a:ext cx="3429000" cy="3337560"/>
          </a:xfrm>
          <a:prstGeom prst="rect">
            <a:avLst/>
          </a:prstGeom>
          <a:solidFill>
            <a:srgbClr val="F5FAFF"/>
          </a:solidFill>
          <a:ln w="12700">
            <a:solidFill>
              <a:srgbClr val="C5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2468880"/>
            <a:ext cx="3429000" cy="128016"/>
          </a:xfrm>
          <a:prstGeom prst="rect">
            <a:avLst/>
          </a:prstGeom>
          <a:solidFill>
            <a:srgbClr val="1DB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12648" y="2761488"/>
            <a:ext cx="502920" cy="502920"/>
          </a:xfrm>
          <a:prstGeom prst="ellipse">
            <a:avLst/>
          </a:prstGeom>
          <a:solidFill>
            <a:srgbClr val="1DB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761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34290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E35"/>
                </a:solidFill>
                <a:latin typeface="Calibri"/>
              </a:rPr>
              <a:t>Registra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40233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6080"/>
                </a:solidFill>
                <a:latin typeface="Calibri"/>
              </a:rPr>
              <a:t>Marca, modelo, km, foto.
Todo en un solo lugar.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87952" y="2468880"/>
            <a:ext cx="3429000" cy="3337560"/>
          </a:xfrm>
          <a:prstGeom prst="rect">
            <a:avLst/>
          </a:prstGeom>
          <a:solidFill>
            <a:srgbClr val="F5FAFF"/>
          </a:solidFill>
          <a:ln w="12700">
            <a:solidFill>
              <a:srgbClr val="C5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87952" y="2468880"/>
            <a:ext cx="3429000" cy="12801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389120" y="2761488"/>
            <a:ext cx="502920" cy="50292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761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34290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E35"/>
                </a:solidFill>
                <a:latin typeface="Calibri"/>
              </a:rPr>
              <a:t>Visualiza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2544" y="40233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6080"/>
                </a:solidFill>
                <a:latin typeface="Calibri"/>
              </a:rPr>
              <a:t>Dashboard con semáforo
de estado por coche.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64424" y="2468880"/>
            <a:ext cx="3429000" cy="3337560"/>
          </a:xfrm>
          <a:prstGeom prst="rect">
            <a:avLst/>
          </a:prstGeom>
          <a:solidFill>
            <a:srgbClr val="F5FAFF"/>
          </a:solidFill>
          <a:ln w="12700">
            <a:solidFill>
              <a:srgbClr val="C5DD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64424" y="2468880"/>
            <a:ext cx="3429000" cy="128016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65592" y="2761488"/>
            <a:ext cx="502920" cy="502920"/>
          </a:xfrm>
          <a:prstGeom prst="ellipse">
            <a:avLst/>
          </a:prstGeom>
          <a:solidFill>
            <a:srgbClr val="E84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2761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9016" y="34290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A1E35"/>
                </a:solidFill>
                <a:latin typeface="Calibri"/>
              </a:rPr>
              <a:t>Recibe alertas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402336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6080"/>
                </a:solidFill>
                <a:latin typeface="Calibri"/>
              </a:rPr>
              <a:t>Por km o por fecha.
Antes de que sea tarde.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1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28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16CB0"/>
                </a:solidFill>
                <a:latin typeface="Calibri"/>
              </a:rPr>
              <a:t>ASÍ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68580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0A1E35"/>
                </a:solidFill>
                <a:latin typeface="Calibri"/>
              </a:rPr>
              <a:t>El semáforo de tu coche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600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3D6080"/>
                </a:solidFill>
                <a:latin typeface="Calibri"/>
              </a:rPr>
              <a:t>Un vistazo y sabes exactamente qué necesita atención.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377440"/>
            <a:ext cx="3429000" cy="3520440"/>
          </a:xfrm>
          <a:prstGeom prst="rect">
            <a:avLst/>
          </a:prstGeom>
          <a:solidFill>
            <a:srgbClr val="FFFFFF"/>
          </a:solidFill>
          <a:ln w="31750">
            <a:solidFill>
              <a:srgbClr val="1DB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2377440"/>
            <a:ext cx="3429000" cy="128016"/>
          </a:xfrm>
          <a:prstGeom prst="rect">
            <a:avLst/>
          </a:prstGeom>
          <a:solidFill>
            <a:srgbClr val="1DB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77339" y="2743200"/>
            <a:ext cx="1097280" cy="1097280"/>
          </a:xfrm>
          <a:prstGeom prst="ellipse">
            <a:avLst/>
          </a:prstGeom>
          <a:solidFill>
            <a:srgbClr val="1DB9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400507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1E35"/>
                </a:solidFill>
                <a:latin typeface="Calibri"/>
              </a:rPr>
              <a:t>Todo en orden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4553712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6080"/>
                </a:solidFill>
                <a:latin typeface="Calibri"/>
              </a:rPr>
              <a:t>Revisiones al día.
Sin preocupaciones.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87952" y="2377440"/>
            <a:ext cx="3429000" cy="3520440"/>
          </a:xfrm>
          <a:prstGeom prst="rect">
            <a:avLst/>
          </a:prstGeom>
          <a:solidFill>
            <a:srgbClr val="FFFFFF"/>
          </a:solidFill>
          <a:ln w="317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87952" y="2377440"/>
            <a:ext cx="3429000" cy="12801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53812" y="2743200"/>
            <a:ext cx="1097280" cy="1097280"/>
          </a:xfrm>
          <a:prstGeom prst="ellipse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400507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1E35"/>
                </a:solidFill>
                <a:latin typeface="Calibri"/>
              </a:rPr>
              <a:t>Próximamente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4553712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6080"/>
                </a:solidFill>
                <a:latin typeface="Calibri"/>
              </a:rPr>
              <a:t>Revisión cerca.
Prepárate a tiempo.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64424" y="2377440"/>
            <a:ext cx="3429000" cy="3520440"/>
          </a:xfrm>
          <a:prstGeom prst="rect">
            <a:avLst/>
          </a:prstGeom>
          <a:solidFill>
            <a:srgbClr val="FFFFFF"/>
          </a:solidFill>
          <a:ln w="31750">
            <a:solidFill>
              <a:srgbClr val="E845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64424" y="2377440"/>
            <a:ext cx="3429000" cy="128016"/>
          </a:xfrm>
          <a:prstGeom prst="rect">
            <a:avLst/>
          </a:prstGeom>
          <a:solidFill>
            <a:srgbClr val="E84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130284" y="2743200"/>
            <a:ext cx="1097280" cy="1097280"/>
          </a:xfrm>
          <a:prstGeom prst="ellipse">
            <a:avLst/>
          </a:prstGeom>
          <a:solidFill>
            <a:srgbClr val="E84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29016" y="4005072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A1E35"/>
                </a:solidFill>
                <a:latin typeface="Calibri"/>
              </a:rPr>
              <a:t>Revisión vencida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9016" y="4553712"/>
            <a:ext cx="31089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D6080"/>
                </a:solidFill>
                <a:latin typeface="Calibri"/>
              </a:rPr>
              <a:t>Hay que actuar.
No lo dejes pasar.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6C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961120" y="0"/>
            <a:ext cx="3227832" cy="6858000"/>
          </a:xfrm>
          <a:prstGeom prst="rect">
            <a:avLst/>
          </a:prstGeom>
          <a:solidFill>
            <a:srgbClr val="013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PitS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9720" y="1645920"/>
            <a:ext cx="2743200" cy="2743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942832" y="0"/>
            <a:ext cx="36576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8D8F0"/>
                </a:solidFill>
                <a:latin typeface="Calibri"/>
              </a:rPr>
              <a:t>PRUÉBALO AHORA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417320"/>
            <a:ext cx="8229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Abre la app desde
tu móvil.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246120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CE8"/>
                </a:solidFill>
                <a:latin typeface="Calibri"/>
              </a:rPr>
              <a:t>Sin instalar nada  ·  Web responsive  ·  Funciona en cualquier móvil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886200"/>
            <a:ext cx="5943600" cy="868680"/>
          </a:xfrm>
          <a:prstGeom prst="rect">
            <a:avLst/>
          </a:prstGeom>
          <a:solidFill>
            <a:srgbClr val="013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886200"/>
            <a:ext cx="5943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  <a:hlinkClick r:id="rId3"/>
              </a:rPr>
              <a:t>car-tracker-ten.vercel.app/landing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48920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7AB8D8"/>
                </a:solidFill>
                <a:latin typeface="Calibri"/>
              </a:rPr>
              <a:t>← toca para abrir la landing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217920"/>
            <a:ext cx="8961120" cy="640080"/>
          </a:xfrm>
          <a:prstGeom prst="rect">
            <a:avLst/>
          </a:prstGeom>
          <a:solidFill>
            <a:srgbClr val="014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28192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AAED0"/>
                </a:solidFill>
                <a:latin typeface="Calibri"/>
              </a:rPr>
              <a:t>Hackathon 2026  ·  PitStop — Registro y mantenimiento de vehículos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